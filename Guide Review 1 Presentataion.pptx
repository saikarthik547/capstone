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67672-46CD-40AA-B98D-BA00954BA0E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6173A-D494-4D78-8FC6-FCEAEA947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2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6173A-D494-4D78-8FC6-FCEAEA947CF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628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8CA2-7A6C-D6C3-DBF0-6B19815BB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5FC15-67CF-734E-82F0-B2D57C4BD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569AC-3F53-5808-71DA-7F00E72C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3A5EB-8510-953E-5404-76A58EFB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A0579-D162-1554-3D19-50396A77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3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97C1-DFF6-201B-72DD-68866D85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58E5A-0554-BBF0-5FB5-30C2A4467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4DBD-4D40-7380-B464-AE9DF453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9B432-D69C-C63C-2789-14A9B2EA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6E778-8E06-DFC2-A702-60FA5A73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18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B441-73C9-9E8B-D32E-61C47A83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ECF03-855D-DDB3-CE09-7E93010B1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F72AE-4F28-57C9-772C-7759015E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7F8C3-58C8-1DCE-2385-46AF552A7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52A61-A999-73BF-CEEF-F91C24D6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0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769C-FAF4-D84C-5649-ECF21D960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F3F79-ADF3-0BC6-CA48-EADFD5513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BE454-71F7-DEF9-3A0F-CCB48713B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5B690-7A61-DDCF-DF68-907EF23A1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1950E-551A-7C6E-A0ED-B6C8FB63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224E1-B12B-2ACD-D1A8-435FA72B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19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32E3-5EBF-1271-E9FD-30E4E91E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CA1EB-CAEB-E916-A72F-2C2F22B09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D84EE-1DFB-9B4F-114A-808ADEDC1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1E3F6-CD40-38BB-FFBE-5BCE49671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8B3C3-77CD-091B-F826-32183BDBB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8EA020-8F57-F267-DD92-B8FD76D7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35B0B-41D5-2B06-6D97-523CE50B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640D3-5828-5497-69CC-366C0C1A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64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D2C3-F371-5C0F-F3F4-D03039F6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8EA00-0025-468F-C9AE-8E7BDBD2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C17A9-2F63-680C-D89E-0DE13552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7C93A-FA6B-9BEF-56D3-AB25F493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60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E5BBD-49E4-5A83-B023-AE2EAC3C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5F46D-BC38-F709-F494-015F91C4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34E68-E665-CD87-1FA5-986F1C86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52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949F-BA8B-C34F-32AF-E9BC14E9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B9B9B-CDD3-2780-8C2A-07E000E8F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40A8B-69F7-3B4C-7D90-DAA815F88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F63AA-3D94-117B-FCE9-F3073AE6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F7383-0FF8-F662-A32A-E6DEF8B71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4D638-FDBD-9D86-B905-C5519053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28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E0E2-9F5D-D9C1-3E94-0B810FF64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7351D-5F4A-B8F1-84FC-694D20A81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180FB-7D96-CA10-886B-B66B73EE4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08CC6-BD77-CD6C-F50A-1E02926D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144DA-57EB-05D1-8B63-1200C15D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F340C-CAD7-0AF2-637E-7B502A0B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29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C81A-E934-24A9-BA1E-E65CD740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B5266-50A8-2520-95E0-B25DFF4F3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2F47-F601-5474-5EB0-E1C22F58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5726-2A87-9B8F-B9F1-E267E989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8C00E-3481-606A-5684-C57286C4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25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58686-CED5-54FB-6115-8A5F10DDD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68977-4A88-9999-123F-176197D08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EE54C-22AD-EF7F-CB07-C09499D8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35994-4991-6660-0627-64C6A9ED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9ECCD-BDA2-31AD-2F00-B03DB5DE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34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11C4A-49A5-D277-6308-8C6B8486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38433-D0DE-72F3-4476-DCA17D0BB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33F49-498A-EA52-2E5E-4BE8BA77D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A709B-C66E-44AE-9413-B9344E34DE8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DF49-5E0E-752F-F359-35EB2EBDA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B4956-2961-F1FF-5E4A-DC2C11430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EEE53-EAF6-4F53-B4EF-03B6245F1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67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73A9-81F0-2DD9-17C2-37313BF96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33484" y="77335"/>
            <a:ext cx="13405905" cy="1655762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NeuroX Hybrid: Advanced Brain Analysis Platform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9D2C29F-5402-5763-421B-BEECD59C0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647" y="2476623"/>
            <a:ext cx="6263473" cy="3773452"/>
          </a:xfrm>
        </p:spPr>
        <p:txBody>
          <a:bodyPr/>
          <a:lstStyle/>
          <a:p>
            <a:pPr algn="l"/>
            <a:r>
              <a:rPr lang="en-US" b="1" dirty="0"/>
              <a:t>Project ID/Code: </a:t>
            </a:r>
            <a:r>
              <a:rPr lang="en-IN" dirty="0"/>
              <a:t>BCSE498J </a:t>
            </a:r>
          </a:p>
          <a:p>
            <a:pPr algn="l"/>
            <a:r>
              <a:rPr lang="en-IN" b="1" dirty="0"/>
              <a:t>Team Members: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Munta Sai Karthik – 22BCE5060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Gotam Sai Varshith – 22BCE1605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Manideep Sandireddy – 22BCE1434</a:t>
            </a:r>
          </a:p>
          <a:p>
            <a:pPr algn="l"/>
            <a:r>
              <a:rPr lang="en-IN" b="1" dirty="0"/>
              <a:t>Guide:</a:t>
            </a:r>
            <a:r>
              <a:rPr lang="en-IN" dirty="0"/>
              <a:t> Dr. Jayaram B</a:t>
            </a:r>
          </a:p>
          <a:p>
            <a:pPr algn="l"/>
            <a:r>
              <a:rPr lang="en-US" b="1" dirty="0"/>
              <a:t>Department:</a:t>
            </a:r>
            <a:r>
              <a:rPr lang="en-US" dirty="0"/>
              <a:t> Computer Science and Engineering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12A81A-A597-0EDB-9B8C-30DF3C594E26}"/>
              </a:ext>
            </a:extLst>
          </p:cNvPr>
          <p:cNvSpPr txBox="1"/>
          <p:nvPr/>
        </p:nvSpPr>
        <p:spPr>
          <a:xfrm>
            <a:off x="1919234" y="1733098"/>
            <a:ext cx="9365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Franklin Gothic Medium" panose="020B0603020102020204" pitchFamily="34" charset="0"/>
              </a:rPr>
              <a:t>Review I – Problem Identification, Domain Analysis &amp; Feasibility Study</a:t>
            </a:r>
            <a:endParaRPr lang="en-IN" sz="2400" b="1" dirty="0">
              <a:latin typeface="Franklin Gothic Medium" panose="020B06030201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B6117D-92C6-935C-D011-B7D735D93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2" t="10960" r="12607" b="16658"/>
          <a:stretch>
            <a:fillRect/>
          </a:stretch>
        </p:blipFill>
        <p:spPr>
          <a:xfrm>
            <a:off x="6883120" y="2476623"/>
            <a:ext cx="5117840" cy="3773452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54000"/>
              </a:prstClr>
            </a:outerShdw>
            <a:softEdge rad="1270000"/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51289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41DB-01AF-00BC-D40D-4B4FA94B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24801-8144-917C-C3D7-DDF2D9911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automated "Hybrid" Deep Learning system for the simultaneous segmentation and classification of brain tumors from 3D MRI scans.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MRI analysis is slow (1-3 hours/patient) and prone to human error. Standard AI models often fail to capture the "global context" of the brain.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framework combining 3D ResNets (for detail) and Swin Transformers (for context).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dashboard delivering 3D interactive visualizations and AI-generated clinical reports.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04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78FE-8917-DEAC-CBC4-38ADDC9E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System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E936E-C161-6F69-B9C4-5D7B67FE6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555659" cy="451618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Multi-Modal MRI data (NIfTI format).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Layers: 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demonstrates our layered approach: 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→ AI Model Inference → Output Generation.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transforms raw pixels into "Medical Insights" (Reports &amp; 3D Models).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EE7776-5EAD-FBBE-8E27-B757E8048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78996" y="1332169"/>
            <a:ext cx="4366613" cy="491244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54000"/>
              </a:prstClr>
            </a:outerShdw>
            <a:softEdge rad="1270000"/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83548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74B1-7CC3-EE60-C0B7-118C40DB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Identification (Rubric: Domain)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5FB9A-0F74-6841-CAAF-B2CABCCD5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618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Domain: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Computer Vision.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Sub-Domain: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Volumetric (3D) Image Segmentation.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Context: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Neuroradiology: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addressing the diagnosis of Gliomas and Meningiomas.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Data: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domain requires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MRI sequences (T1, T1ce, T2, FLAIR) simultaneously to distinguish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edema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segmentation is critical for radiotherapy planning and tracking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growth.</a:t>
            </a:r>
          </a:p>
        </p:txBody>
      </p:sp>
    </p:spTree>
    <p:extLst>
      <p:ext uri="{BB962C8B-B14F-4D97-AF65-F5344CB8AC3E}">
        <p14:creationId xmlns:p14="http://schemas.microsoft.com/office/powerpoint/2010/main" val="353757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9DD5-33C2-B121-3243-537030BD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(Rubric: Problem ID)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12748-EDF4-6578-9902-C9EE2F39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Radiologists face "Reader Fatigue." Manual segmentation is subjective; two doctors may trace the same tumor differently.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"Context" Problem: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Tumors have irregular shapes and fuzzy boundaries.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brain tissue vastly outnumbers tumor pixels, making it hard for standard models to find small lesions.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Gap: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either fast but inaccurate (2D slices) or accurate but computationally impossible (Pure 3D Transformers).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27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0E88-D757-F78D-6E74-905E976F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– The Standard Approach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3A402-EDCE-17E7-0926-C3BCB617E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97" y="1985657"/>
            <a:ext cx="7464520" cy="387437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54000"/>
              </a:prstClr>
            </a:outerShdw>
            <a:softEdge rad="1270000"/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BAB32-7B11-35ED-CBE1-9DF067767628}"/>
              </a:ext>
            </a:extLst>
          </p:cNvPr>
          <p:cNvSpPr txBox="1"/>
          <p:nvPr/>
        </p:nvSpPr>
        <p:spPr>
          <a:xfrm>
            <a:off x="7978877" y="1690688"/>
            <a:ext cx="421312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shows the U-Net architecture, the current industry standard.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at local feature extraction (edges/textures) using the "Encoder-Decoder"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lacks "Global Attention." It sees the tumor's edge but struggles to understand where the tumor is relative to the rest of the brain structure.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959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CEE7-9AF7-4074-A2C8-71269C60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for "Hybrid"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A464C-CCE9-ED1C-4228-971BE2034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545826" cy="487014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Hybrid?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combining the best of two worlds: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at capturing high-frequency details (boundaries, texture).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(Swin):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at capturing long-range dependencies (relationships between distant pixels).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Synergy: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CNN handles the "what" (tumor texture), and the Transformer handles the "where" (spatial location).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BDDBA0-3508-4023-3ADD-5E089432D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936"/>
          <a:stretch>
            <a:fillRect/>
          </a:stretch>
        </p:blipFill>
        <p:spPr>
          <a:xfrm>
            <a:off x="7384026" y="1936160"/>
            <a:ext cx="4597337" cy="4091014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54000"/>
              </a:prstClr>
            </a:outerShdw>
            <a:softEdge rad="1270000"/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11326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1019-4594-B260-C21A-5C2C16F2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35461-F9F5-67D7-B6D5-DBDA8CCA2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"To design and develop a Hybrid Deep Learning Framework that integrates 3D Residual Networks and Swin Transformers to automate the segmentation of brain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sub-regions and the classification of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types (Glioma, Meningioma, Pituitary) from multi-modal MRI scans.“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Criteria: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Coefficient &gt; 0.85 for Whole Tumor.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time &lt; 60 seconds per patient.</a:t>
            </a:r>
          </a:p>
        </p:txBody>
      </p:sp>
    </p:spTree>
    <p:extLst>
      <p:ext uri="{BB962C8B-B14F-4D97-AF65-F5344CB8AC3E}">
        <p14:creationId xmlns:p14="http://schemas.microsoft.com/office/powerpoint/2010/main" val="74836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54F9-5F50-ACFA-5BFC-3DFA546E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39BCF-A931-2181-EF3D-0A84311ED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25181" cy="4437523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Steps: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 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.nii.gz file via Streamlit UI.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3D Volume.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Intensity (0-1 scale).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to ROI (128, 128, 128).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NeuroX Inference: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Hybrid model processes the data.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GLB Mesh generation + PDF Report creation.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E7695-277E-6800-FA28-6A47A4D3A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881" y="1"/>
            <a:ext cx="5697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34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087C-0BB4-AE48-88B5-774A26ED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207809"/>
            <a:ext cx="10360742" cy="8147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 (Technical Core)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7588DA-50B9-2297-6123-A8D84A868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" t="22895" r="120" b="28524"/>
          <a:stretch>
            <a:fillRect/>
          </a:stretch>
        </p:blipFill>
        <p:spPr>
          <a:xfrm>
            <a:off x="0" y="1144632"/>
            <a:ext cx="12192000" cy="313217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0AEE40-1248-149D-97A6-CEC17B8F82EA}"/>
              </a:ext>
            </a:extLst>
          </p:cNvPr>
          <p:cNvSpPr txBox="1"/>
          <p:nvPr/>
        </p:nvSpPr>
        <p:spPr>
          <a:xfrm>
            <a:off x="221226" y="4398887"/>
            <a:ext cx="11754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(Pink):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ResBlock3D 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Bridge (Yellow):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innovation. A SwinBlock3D processes the latent features with self-attention.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Heads (Purple):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Outputting a 3D mask.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Outputting disease probability.</a:t>
            </a:r>
          </a:p>
        </p:txBody>
      </p:sp>
    </p:spTree>
    <p:extLst>
      <p:ext uri="{BB962C8B-B14F-4D97-AF65-F5344CB8AC3E}">
        <p14:creationId xmlns:p14="http://schemas.microsoft.com/office/powerpoint/2010/main" val="37589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ED46-A44B-B19F-B8B0-2E00A0C4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– The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9102A-F251-D689-040A-49A7D4064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ResBlock3D (Residual Block).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features using 3D Convolutions (nn.Conv3d) and Group Normalization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nn.GroupNorm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Check: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limit the channel depth to 32 → 64 → 128 filters. This ensures the model fits within the VRAM of standard GPUs (e.g., T4 or RTX 3060).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267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EC8E-E1AC-90BE-D05D-29BF3E26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– The Transformer 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9C24F-A60C-92C4-9270-ABA9AD3AE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SwinBlock3D.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nn.MultiheadAttention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relationships between features.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standard attention (which is $O(N^2)$), we use window-based attention to reduce computational complexity, making 3D processing feasible.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42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B1833-3126-97B3-6B35-DFC88053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&amp;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317B-9BD6-554C-9116-B41B7F9E2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Format: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must be in NIfTI format (standard for medical research).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must contain at least two channels (e.g., FLAIR + T1ce) for accurate feature extraction.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strictly cropped/resized to (128, 128, 128) to prevent Memory OOM errors.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detects only Glioma, Meningioma, and Pituitary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it is not a general-purpose brain anomaly detector.</a:t>
            </a:r>
          </a:p>
        </p:txBody>
      </p:sp>
    </p:spTree>
    <p:extLst>
      <p:ext uri="{BB962C8B-B14F-4D97-AF65-F5344CB8AC3E}">
        <p14:creationId xmlns:p14="http://schemas.microsoft.com/office/powerpoint/2010/main" val="2546313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C869B-333F-669D-4FE0-B159FBFF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5EB7-967A-54EA-771D-3A48B93F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525321-BCF0-9874-C620-5D88DB24B3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8" t="19187" r="768" b="7323"/>
          <a:stretch>
            <a:fillRect/>
          </a:stretch>
        </p:blipFill>
        <p:spPr>
          <a:xfrm>
            <a:off x="838201" y="1526458"/>
            <a:ext cx="10881852" cy="4966417"/>
          </a:xfrm>
        </p:spPr>
      </p:pic>
    </p:spTree>
    <p:extLst>
      <p:ext uri="{BB962C8B-B14F-4D97-AF65-F5344CB8AC3E}">
        <p14:creationId xmlns:p14="http://schemas.microsoft.com/office/powerpoint/2010/main" val="2228901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2">
                <a:lumMod val="60000"/>
                <a:lumOff val="40000"/>
              </a:schemeClr>
            </a:gs>
            <a:gs pos="38000">
              <a:schemeClr val="accent2">
                <a:lumMod val="40000"/>
                <a:lumOff val="60000"/>
              </a:schemeClr>
            </a:gs>
            <a:gs pos="63000">
              <a:schemeClr val="accent4">
                <a:lumMod val="60000"/>
                <a:lumOff val="40000"/>
              </a:schemeClr>
            </a:gs>
            <a:gs pos="8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AD3E-A113-3DB9-6176-F79BEA47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0893-3B84-D31B-324D-46B4D13B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NeuroX Hybrid addresses the limitations of standard CNNs by integrating Transformers for better context.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is defined, datasets are identified, and the feasibility of 3D processing is confirmed via the 128^3 constraint.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Phase: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proceed to training the Encoder-Decoder on the BraTS dataset and developing the Streamlit frontend.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41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970</Words>
  <Application>Microsoft Office PowerPoint</Application>
  <PresentationFormat>Widescreen</PresentationFormat>
  <Paragraphs>84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Franklin Gothic Medium</vt:lpstr>
      <vt:lpstr>Times New Roman</vt:lpstr>
      <vt:lpstr>Office Theme</vt:lpstr>
      <vt:lpstr>NeuroX Hybrid: Advanced Brain Analysis Platform</vt:lpstr>
      <vt:lpstr>Project Abstract</vt:lpstr>
      <vt:lpstr>High-Level System Concept</vt:lpstr>
      <vt:lpstr>Domain Identification (Rubric: Domain)</vt:lpstr>
      <vt:lpstr>Problem Identification (Rubric: Problem ID)</vt:lpstr>
      <vt:lpstr>Background – The Standard Approach</vt:lpstr>
      <vt:lpstr>Motivation for "Hybrid" Architecture</vt:lpstr>
      <vt:lpstr>Problem Statement</vt:lpstr>
      <vt:lpstr>System Workflow</vt:lpstr>
      <vt:lpstr>Proposed Architecture (Technical Core)</vt:lpstr>
      <vt:lpstr>Feasibility – The Encoder</vt:lpstr>
      <vt:lpstr>Feasibility – The Transformer Bridge</vt:lpstr>
      <vt:lpstr>Assumptions &amp; Constraints</vt:lpstr>
      <vt:lpstr>Implementation Plan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varhith</dc:creator>
  <cp:lastModifiedBy>sai varhith</cp:lastModifiedBy>
  <cp:revision>1</cp:revision>
  <dcterms:created xsi:type="dcterms:W3CDTF">2025-12-09T09:46:40Z</dcterms:created>
  <dcterms:modified xsi:type="dcterms:W3CDTF">2025-12-09T09:55:48Z</dcterms:modified>
</cp:coreProperties>
</file>